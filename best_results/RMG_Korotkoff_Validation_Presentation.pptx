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961F4D-B71A-4DF2-A134-0B8197445A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78533D-ACE7-4442-B5CE-49AA8538E1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CB5374-42F4-43CD-8AA6-2093AA9625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0F78A1-8CDE-4CC4-9D80-FD9CBED03D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A59261-84BE-43CA-B0A5-D714164C21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5442DC-DED3-4766-B415-B7F36918FE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749079-4466-4304-A379-E92D26AB42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48FE02-CB01-47E8-92E1-D1BCAF147A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4EFAE2-A6D4-4D50-BB02-5A76B86EDB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DF4B88-12EF-4CE3-970C-C9B7C190A3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8A2B97-52ED-4C07-BA5D-70A00EE7A9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816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BP Measurement Using RMG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371960" y="29718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Non-Invasive Korotkoff Sound Detection for Blood Pressure Measurement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Advanced Multi-Domain Validation Pipeline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Introduction &amp; Motivation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560" y="9608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 of traditional blood pressure (BP) measurement: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Stethoscopes require trained human hearing and are prone to artifact noise.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Oscillometric cuffs use generic algorithms that guess SYS/DIA points.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Solution: RF Radar Sensing (Radiomyography)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a USRP software-defined radio to measure sub-millimeter arterial vibrations.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Mathematically isolate true mechanical Korotkoff 'snaps' during deflation.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Hardware &amp; System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Software-Defined Radio Setup: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Device: USRP B210 (Dual Channel capability, strictly isolated to Port A).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Frequency: 0.9 GHz (Optimized for tissue penetration).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Sampling Rate: 10 kHz (Downsampled from 1 MHz for high-resolution audio-band tracking).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Gain Settings: TX Gain = 40 dB, RX Gain = 45-60 dB (Tuned to prevent saturation while capturing micro-vibrations).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Experimental Protocol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Cuff Deflation Profile: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subject wears a standard BP cuff over the brachial artery.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1 (Occlusion): Cuff inflated above Systolic pressure (&gt;140 mmHg). Blood flow stops.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2 (Korotkoff Window): Cuff slowly deflates. Blood spurts through the compressed artery, causing mechanical vibrations (10-50 Hz).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3 (Free Flow): Cuff drops below Diastolic pressure. Smooth flow resumes, vibrations cease.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Pre-Processing &amp; Phase Detrending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Extracting physical movement from raw RF waves: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I/Q Processing: Raw In-Phase and Quadrature data are AC-coupled to remove DC offsets.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Phase Unwrapping: Calculates absolute angle, but suffers from infinite accumulation drift.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Linear Detrending: Crucial algorithm applied to flatten the baseline phase drift.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Physical Conversion: Converted from Radians to absolute Displacement (mm) and Phase Velocity (mm/s).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Heart Rate Extraction Algorithm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Overcoming the Cuff-Occlusion Problem: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Standard peak-counting fails because the artery is physically blocked (flatlined) during Phase 1.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 Instantaneous Median Peak Tracking.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Algorithm dynamically measures the time interval between consecutive valid peaks.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Filters out massive temporal gaps (&gt;1.5s) caused by occlusion.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Yields true instantaneous Heart Rate independent of the deflation schedule.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Statistical Domain: Kurtosis &amp; TKEO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do we mathematically prove it's not random noise?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Sliding Kurtosis: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Random noise is Gaussian (Kurtosis ~ 3).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Arterial snaps are highly impulsive. Kurtosis spikes massively during the valid window.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Teager-Kaiser Energy Operator (TKEO):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Measures true physical energy (Amplitude^2 * Frequency^2).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Ignores slow movements (breathing) and violently highlights fast Korotkoff snaps.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Time-Frequency Domain (Spectrograms)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Visualizing the frequency spread of mechanical impulses: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Short-Time Fourier Transform (STFT) with nperseg=4096 for ultra-high frequency resolution.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Wideband Analysis (0-150 Hz) proves physical wideband energy dispersion during snaps.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Eliminated derivative-amplification noise by running TFD on Displacement instead of Velocity.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Clearly shows Korotkoff harmonics fading out without artificial high-frequency electrical noise.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Amplitude Spectrum (FFT)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Isolating the Active Korotkoff Window: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extract data purely from the bounded SYS-DIA window and compute the FFT.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Magnitude Spectrum (0-60 Hz): Dominated entirely by massive spikes at the ~1-3 Hz heartbeat range.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Velocity Spectrum (0-60 Hz): Energy is physically shifted to the 20-50 Hz Korotkoff band.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Cross-validates that we are tracking genuine higher-frequency arterial resonance.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560" y="3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Spectral Bandpower vs Time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560" y="11430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Defining strict duration directly from the frequency domain: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Integrated the STFT amplitude strictly across the 10-50 Hz target band.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Plotted as a continuous 1D amplitude curve over the entire 35-second recording.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Result: The 10-50Hz amplitude remains flat during occlusion, arcs perfectly through the active window, and drops at DIA.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Conversely, the 0.8-3.0 Hz (Heartbeat) Bandpower stays strong even after DIA, proving frequency separation.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Physiological Synchronization Overlay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Ultimate Proof of Physiological Origin: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zoomed in strictly on the 5-10 second Korotkoff active window.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Overlaid the low-frequency Heartbeat waveform (0.8-3.0 Hz) with the high-frequency Velocity Snaps (10-50 Hz).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Observation: Every single high-frequency micro-vibration occurs precisely during the rising systolic edge of the heartbeat wave.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Conclusion: It is physically impossible for this to be random noise. It is 100% driven by the heart.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Comprehensive Visual Validation: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All of the aforementioned algorithms are compiled into a massive, automated 22-panel diagnostic dashboard.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Provides irrefutable multi-domain (Time, Statistical, Frequency, TFD) evidence.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Serves as the core analytical engine for processing future RMG clinical trials.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447120" y="36360"/>
            <a:ext cx="2981880" cy="662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4572000" y="360"/>
            <a:ext cx="304740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 &amp; Clinical Significance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Summary of achievements: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Successfully implemented a non-invasive RF sensing pipeline for blood pressure tracking.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Eliminated phase accumulation errors and converted raw RF to absolute physical units (mm).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Developed a robust bounding algorithm (SYS/DIA) verified by TKEO energy and Spectral Bandpower.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Provides higher fidelity and mathematical certainty compared to generic oscillometric cuffs.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 for the RMG Pipeline: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Clinical Correlation: Map the extracted SYS/DIA indices to actual mmHg pressure readings from a reference gauge.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Real-Time Processing: Translate the offline Python dashboard into a real-time C++ / GNU Radio block.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Machine Learning: Train an inference model on the 10-50 Hz spectrogram features to automatically estimate absolute blood pressure without any cuff.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2026-05-12T15:54:59Z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